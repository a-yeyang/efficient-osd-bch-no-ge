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开场：为什么做 RS+BCH 级联码。高速 PAM4 链路误码需要强纠错，传统软判译码延迟高、难并行。我们的方案在保证纠错增益的同时，用 Lagrange 插值把译码延迟降下来，并用交织抗突发。三点价值：纠错更强、延迟更低、抗突发。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这页把原理和链路一次讲清。上排：信息符号先过外码 RS 编码(符号级、抗突发)，串行成比特后分块做内码 BCH 编码(比特级、纠随机错)，再进信道。下排完整链路：编码→PAM4调制→AWGN信道，再反向 PAM4解调(算LLR)→BCH内码译码(LLOSD)→RS外码译码(LCC-BR/BM)→信息比特。两级译码是延迟和开销的核心，内外码同域可共享代数结构。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创新点核心。传统 OSD 要对 k×k 矩阵做高斯消元：逐行、依赖上一行、需选主元，是串行关键路径，延迟高难并行。IEEE TIT 2025 的洞察：BCH 是 RS 的子码，可用 RS 的 Lagrange 插值来译码——把重编码看成多项式插值，基函数和求值都能并行、无主元依赖，关键路径大幅缩短。我们的扩展：内码 LLOSD 与外码 LCC-BR 同域，可共享幂表/差值表/分母积/基函数，进一步省算力。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结果与分析，两张真实仿真图（均为 MATLAB 权威输出）。左：BER-SNR，级联 vs 纯RS(n=255)。要诚实讲门限效应——低SNR段级联反而差(内码BCH误纠引额外错)，8dB以上反超，9.5dB级联BER到0而纯RS还有2e-4；BCH t=1几乎无增益，建议t≥2。右：P路并行延迟KPI(权威结论)。串行P=1级联比纯RS高+18.7%(n=255)/+26.8%(n=127)，略超10%线；但LLOSD用Lagrange插值构造G_RS、无主元、天然可并行，时延≈ops/P，只需P=2(n=255)→+9.4%、P=3(n=127)→+8.9%就达标。关键点：OSD的高斯消元串行、无法这样并行——这正是LLOSD胜过OSD之处，也与论文自身'rows of G_RS generated in parallel'的时延度量口径一致。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四点：做了什么(全链路级联码闭环)、核心创新(Lagrange替代高斯消元+共享)、抗突发交织(APCC2022三步交织)、诚实结论(开销约12%、延迟权威口径串行+18.7/+26.8%、无主元并行P=2/P=3即达标、BER有门限、建议t≥2)。下一步：升内码t、用无主元并行LLOSD压延迟、补软判交织。结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200" kern="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华为横向 · FEC 前向纠错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 + BCH 级联码</a:t>
            </a:r>
            <a:endParaRPr lang="en-US" sz="4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低时延译码方案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</a:t>
            </a:r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PAM4 高速链路误码需要强纠错，但传统 OSD 类软判译码 </a:t>
            </a:r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A23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延迟高、难并行</a:t>
            </a:r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。本方案用 Lagrange 插值取代高斯消元把延迟降下来。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3484778" cy="1417320"/>
          </a:xfrm>
          <a:prstGeom prst="roundRect">
            <a:avLst>
              <a:gd name="adj" fmla="val 5806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325112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纠错更强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4782312"/>
            <a:ext cx="30824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外码 RS 兜底内码残余错误，级联叠加纠错力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3458" y="4160520"/>
            <a:ext cx="3484778" cy="1417320"/>
          </a:xfrm>
          <a:prstGeom prst="roundRect">
            <a:avLst>
              <a:gd name="adj" fmla="val 5806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4626" y="4325112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延迟更低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4626" y="4782312"/>
            <a:ext cx="30824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Lagrange 插值取代高斯消元，关键路径大幅缩短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4160520"/>
            <a:ext cx="3484778" cy="1417320"/>
          </a:xfrm>
          <a:prstGeom prst="roundRect">
            <a:avLst>
              <a:gd name="adj" fmla="val 5806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9445" y="4325112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抗突发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59445" y="4782312"/>
            <a:ext cx="30824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矩阵交织把突发错误打散到多个 BCH 码字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陈诗阳 · 2026-07-27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 · 完整链路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级联码构造与收发链路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级联码构造：外码 RS（符号级）⊕ 内码 BCH（比特级）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5C66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66420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信息符号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0754" y="1664208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015C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8186" y="166420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外码 RS 编码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(符号级校验)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32888" y="2098548"/>
            <a:ext cx="279578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12868" y="1664208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5C66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0300" y="166420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 → 比特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15002" y="2098548"/>
            <a:ext cx="279578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94981" y="1664208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009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2413" y="166420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 → 内码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BCH 编码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97116" y="2098548"/>
            <a:ext cx="279578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77095" y="1664208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5C66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4527" y="166420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编码比特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信道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79229" y="2098548"/>
            <a:ext cx="279578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830754" y="2551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抗突发 · 符号级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94981" y="2551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纠随机错 · 比特级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0632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完整链路：编码 → PAM4 调制 → AWGN 信道 → 两级译码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5C66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566160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信息比特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830754" y="35661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015C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58186" y="3566160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 外码编码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532888" y="4000500"/>
            <a:ext cx="279578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112868" y="35661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009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0300" y="3566160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BCH 内码编码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15002" y="4000500"/>
            <a:ext cx="279578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94981" y="35661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89C9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2413" y="3566160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89C9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PAM4 调制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097116" y="4000500"/>
            <a:ext cx="279578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77095" y="35661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A23E0A"/>
          </a:solidFill>
          <a:ln w="22225">
            <a:solidFill>
              <a:srgbClr val="A23E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04527" y="3566160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AWGN 信道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379229" y="4000500"/>
            <a:ext cx="279578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60075" y="4453128"/>
            <a:ext cx="0" cy="256032"/>
          </a:xfrm>
          <a:prstGeom prst="line">
            <a:avLst/>
          </a:prstGeom>
          <a:noFill/>
          <a:ln w="27940">
            <a:solidFill>
              <a:srgbClr val="A23E0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77095" y="47091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89C99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04527" y="4709160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89C9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PAM4 解调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89C9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(软信息 LLR)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34277" y="47091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009A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61709" y="4709160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BCH 内码译码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LLOSD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 flipH="1">
            <a:off x="8618525" y="5143500"/>
            <a:ext cx="1040282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591458" y="47091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015C3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8890" y="4709160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 外码译码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LCC-BR / BM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 flipH="1">
            <a:off x="5575706" y="5143500"/>
            <a:ext cx="1040282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48640" y="47091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5C66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4709160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信息比特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 flipH="1">
            <a:off x="2532888" y="5143500"/>
            <a:ext cx="1040282" cy="0"/>
          </a:xfrm>
          <a:prstGeom prst="line">
            <a:avLst/>
          </a:prstGeom>
          <a:noFill/>
          <a:ln w="22225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48640" y="5897880"/>
            <a:ext cx="11094415" cy="658368"/>
          </a:xfrm>
          <a:prstGeom prst="roundRect">
            <a:avLst>
              <a:gd name="adj" fmla="val 12500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594360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两级译码是延迟与开销的核心：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内码用 LLOSD、外码用 LCC-BR，二者同在一个 GF(2ᵐ) 上可共享 Lagrange 代数结构。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创新点：Lagrange 插值取代高斯消元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OSD：高斯消元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k×k 矩阵逐行消元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F2F3F4"/>
          </a:solidFill>
          <a:ln w="22225">
            <a:solidFill>
              <a:srgbClr val="5C66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5740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消第 1 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F2F3F4"/>
          </a:solidFill>
          <a:ln w="22225">
            <a:solidFill>
              <a:srgbClr val="5C66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88036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消第 2 行 (依赖上一行)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2642616"/>
            <a:ext cx="0" cy="219456"/>
          </a:xfrm>
          <a:prstGeom prst="line">
            <a:avLst/>
          </a:prstGeom>
          <a:noFill/>
          <a:ln w="22225">
            <a:solidFill>
              <a:srgbClr val="8A92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68680" y="3703320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F2F3F4"/>
          </a:solidFill>
          <a:ln w="22225">
            <a:solidFill>
              <a:srgbClr val="5C66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70332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消第 3 行 (依赖上一行)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3465576"/>
            <a:ext cx="0" cy="219456"/>
          </a:xfrm>
          <a:prstGeom prst="line">
            <a:avLst/>
          </a:prstGeom>
          <a:noFill/>
          <a:ln w="22225">
            <a:solidFill>
              <a:srgbClr val="8A929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" y="4526280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F2F3F4"/>
          </a:solidFill>
          <a:ln w="22225">
            <a:solidFill>
              <a:srgbClr val="5C66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52628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消第 4 行 (依赖上一行)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40280" y="4288536"/>
            <a:ext cx="0" cy="219456"/>
          </a:xfrm>
          <a:prstGeom prst="line">
            <a:avLst/>
          </a:prstGeom>
          <a:noFill/>
          <a:ln w="22225">
            <a:solidFill>
              <a:srgbClr val="8A929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48640" y="5394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A23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关键路径 ∝ k（串行、需选主元）→ 延迟高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50208" y="31089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617720" y="1280160"/>
            <a:ext cx="7025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本方法 LLOSD：Lagrange 插值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17720" y="1645920"/>
            <a:ext cx="7025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把重编码看成多项式插值，免高斯消元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331720"/>
            <a:ext cx="18288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2225">
            <a:solidFill>
              <a:srgbClr val="015C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33172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个最可靠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位置的值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(插值节点)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24548" y="2286000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2225">
            <a:solidFill>
              <a:srgbClr val="009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1980" y="228600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基函数 L₀(x)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6556248" y="2523744"/>
            <a:ext cx="550012" cy="676656"/>
          </a:xfrm>
          <a:prstGeom prst="line">
            <a:avLst/>
          </a:prstGeom>
          <a:noFill/>
          <a:ln w="17780">
            <a:solidFill>
              <a:srgbClr val="89C99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24548" y="3017520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2225">
            <a:solidFill>
              <a:srgbClr val="009A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1980" y="301752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基函数 L₁(x)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56248" y="3200400"/>
            <a:ext cx="550012" cy="54864"/>
          </a:xfrm>
          <a:prstGeom prst="line">
            <a:avLst/>
          </a:prstGeom>
          <a:noFill/>
          <a:ln w="17780">
            <a:solidFill>
              <a:srgbClr val="89C99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24548" y="3749040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2225">
            <a:solidFill>
              <a:srgbClr val="009A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1980" y="374904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基函数 L₂(x)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56248" y="3200400"/>
            <a:ext cx="550012" cy="786384"/>
          </a:xfrm>
          <a:prstGeom prst="line">
            <a:avLst/>
          </a:prstGeom>
          <a:noFill/>
          <a:ln w="17780">
            <a:solidFill>
              <a:srgbClr val="89C99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768535" y="2331720"/>
            <a:ext cx="18288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2225">
            <a:solidFill>
              <a:srgbClr val="89C9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95967" y="233172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并行求值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得所有位置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重编码符号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54516" y="2523744"/>
            <a:ext cx="595732" cy="676656"/>
          </a:xfrm>
          <a:prstGeom prst="line">
            <a:avLst/>
          </a:prstGeom>
          <a:noFill/>
          <a:ln w="17780">
            <a:solidFill>
              <a:srgbClr val="89C99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9154516" y="3200400"/>
            <a:ext cx="595732" cy="54864"/>
          </a:xfrm>
          <a:prstGeom prst="line">
            <a:avLst/>
          </a:prstGeom>
          <a:noFill/>
          <a:ln w="17780">
            <a:solidFill>
              <a:srgbClr val="89C99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9154516" y="3200400"/>
            <a:ext cx="595732" cy="786384"/>
          </a:xfrm>
          <a:prstGeom prst="line">
            <a:avLst/>
          </a:prstGeom>
          <a:noFill/>
          <a:ln w="17780">
            <a:solidFill>
              <a:srgbClr val="89C997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617720" y="4251960"/>
            <a:ext cx="7025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基函数与求值都可并行、无主元依赖 → 关键路径大幅缩短、延迟低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02920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FBEEE6"/>
          </a:solidFill>
          <a:ln w="15875">
            <a:solidFill>
              <a:srgbClr val="A23E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5157216"/>
            <a:ext cx="496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23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关键洞察（IEEE TIT 2025）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49808" y="5522976"/>
            <a:ext cx="496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23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BCH ⊂ RS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，故 BCH 可借 RS 的 Lagrange 插值来译码，把 OSD 里最贵的高斯消元换成并行插值求值。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278728" y="502920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79896" y="5157216"/>
            <a:ext cx="496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我们的扩展：内外码共享 Lagrange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79896" y="5522976"/>
            <a:ext cx="496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内外码同在一个 GF(2ᵐ) 上，可共享 α 幂表、两两差值表、分母积、基函数结构。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免主元、易并行、关键路径短 → 延迟低。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仿真结果 · PAM4-AWGN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结果与分析：纠错增益 vs 延迟代价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纠错性能：级联 vs 纯 RS（BER-SNR，n=255）</a:t>
            </a:r>
            <a:endParaRPr lang="en-US" sz="1350" dirty="0"/>
          </a:p>
        </p:txBody>
      </p:sp>
      <p:pic>
        <p:nvPicPr>
          <p:cNvPr id="5" name="Image 0" descr="/Users/chenshiyang.10/workspace/llosd_reproduction/rs_bch_cascade_matlab/figures/matlab_n255_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577840" cy="3671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170432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延迟 KPI：P 路并行下的级联时延增幅（权威结论）</a:t>
            </a:r>
            <a:endParaRPr lang="en-US" sz="1350" dirty="0"/>
          </a:p>
        </p:txBody>
      </p:sp>
      <p:pic>
        <p:nvPicPr>
          <p:cNvPr id="7" name="Image 1" descr="/Users/chenshiyang.10/workspace/llosd_reproduction/rs_bch_cascade_matlab/figures/matlab_parallel_k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242255" cy="22961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0" y="4216348"/>
            <a:ext cx="5242255" cy="1481328"/>
          </a:xfrm>
          <a:prstGeom prst="roundRect">
            <a:avLst>
              <a:gd name="adj" fmla="val 5556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0" y="430778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延迟结论（权威口径）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83680" y="4636972"/>
            <a:ext cx="487649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 P=1：级联 LLOSD 比纯 RS 高 +18.7%(n=255)/+26.8%(n=127)，略超 10% 线；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LLOSD 无主元、可并行(时延≈ops/P)：P=2→+9.4%、P=3→+8.9%，均达标；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23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OSD 高斯消元串行、无法并行 —— 这正是 LLOSD 胜过 OSD 之处。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5363248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FBEEE6"/>
          </a:solidFill>
          <a:ln w="15875">
            <a:solidFill>
              <a:srgbClr val="A23E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54729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23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纠错结论（诚实）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582044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A23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门限效应：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 SNR（6–7.5 dB）级联劣于纯 RS；高 SNR（≥8 dB）反超，9.5 dB 级联 BER=0、纯 RS 仍 2.2×10⁻⁴。BCH t=1 几乎无增益 → 建议 t≥2。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&amp; 下一步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585216" cy="585216"/>
          </a:xfrm>
          <a:prstGeom prst="ellipse">
            <a:avLst/>
          </a:prstGeom>
          <a:solidFill>
            <a:srgbClr val="009A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81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做了什么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03320" y="1472184"/>
            <a:ext cx="79397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PAM4-AWGN 全链路上实现 RS+BCH 级联码：外码 RS 抗突发、内码 BCH 纠随机错，编码→调制→信道→两级译码闭环可跑。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85216" cy="585216"/>
          </a:xfrm>
          <a:prstGeom prst="ellipse">
            <a:avLst/>
          </a:prstGeom>
          <a:solidFill>
            <a:srgbClr val="009A4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9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2569464"/>
            <a:ext cx="79397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Lagrange 插值替代 OSD 的高斯消元（免主元、可并行、关键路径短），内外码共享有限域代数结构进一步省算力。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76472"/>
            <a:ext cx="585216" cy="585216"/>
          </a:xfrm>
          <a:prstGeom prst="ellipse">
            <a:avLst/>
          </a:prstGeom>
          <a:solidFill>
            <a:srgbClr val="009A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76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抗突发交织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3666744"/>
            <a:ext cx="79397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 APCC-2022 三步矩阵交织，w=1bit 把突发打散到多码字、每字≤1 错，零码率代价的抗突发增益。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585216" cy="585216"/>
          </a:xfrm>
          <a:prstGeom prst="ellipse">
            <a:avLst/>
          </a:prstGeom>
          <a:solidFill>
            <a:srgbClr val="A23E0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73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诚实结论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03320" y="4764024"/>
            <a:ext cx="79397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开销约 12%（外码 RS × 内码 BCH 码率）；延迟权威口径：串行 P=1 +18.7%(n=255)/+26.8%(n=127)，无主元可并行下 P=2/P=3 即降到 ≤10% KPI 达标；BER 低 SNR 有门限、高 SNR 反超；内码建议 t≥2。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897880"/>
            <a:ext cx="11094415" cy="658368"/>
          </a:xfrm>
          <a:prstGeom prst="roundRect">
            <a:avLst>
              <a:gd name="adj" fmla="val 12500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94360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内码升到 BCH t≥2 提升级联增益；② 用 P=2(n=255)/P=3(n=127) 的无主元并行 LLOSD 压延迟达标（更高 P 有更多余量）；③ 补软判 Chase 交织增益。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RS+BCH 级联码低时延译码方案</dc:title>
  <dc:subject>PptxGenJS Presentation</dc:subject>
  <dc:creator>陈诗阳</dc:creator>
  <cp:lastModifiedBy>陈诗阳</cp:lastModifiedBy>
  <cp:revision>1</cp:revision>
  <dcterms:created xsi:type="dcterms:W3CDTF">2026-07-28T03:26:26Z</dcterms:created>
  <dcterms:modified xsi:type="dcterms:W3CDTF">2026-07-28T03:26:26Z</dcterms:modified>
</cp:coreProperties>
</file>